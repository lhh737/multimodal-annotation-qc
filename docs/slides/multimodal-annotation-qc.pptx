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DATA QUALITY /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82296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多模态数据标注与质检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C3C2B7"/>
                </a:solidFill>
                <a:latin typeface="Microsoft YaHei"/>
              </a:rPr>
              <a:t>从标注规范到人工 vs 模型一致性评估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98781"/>
                </a:solidFill>
                <a:latin typeface="Microsoft YaHei"/>
              </a:rPr>
              <a:t>24 条文本 · 6 张图像 · 10 条语音   |   Label Studio 1.23   |  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个人实训项目 · 所有指标来自实际标注与脚本复算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项目概览：三个模态，一条质检链路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2918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条文本任务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21 条正式集 · 3 路标注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29184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张图像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5 张正式集 · 52 个框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3291840" cy="5486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条语音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CER 5.5% → 1.1%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规范 v1.0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3432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42032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3 条试标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独立标注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6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5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5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100% 复核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分歧裁决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质检报告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产出：标注规范、任务数据、可复现脚本、IAA 指标、裁决表与报告。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LABEL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标注体系：四组字段，单选与多选分开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情感（单选）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正面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负面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中性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1417320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49504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无法判断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方面（多选）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口味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4136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配送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价格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6008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6944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卫生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包装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28816" y="2532888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2610612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21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质量标记（多选）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648456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7261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广告推广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3648456"/>
            <a:ext cx="6812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726180"/>
            <a:ext cx="681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含隐私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0268" y="3648456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0268" y="37261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表述不清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4668" y="3648456"/>
            <a:ext cx="96469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4668" y="3726180"/>
            <a:ext cx="9646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模板/刷单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648456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26180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37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置信度（单选）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4764024"/>
            <a:ext cx="110642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8417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5 非常确定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41064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41064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0268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0268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19472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8676" y="4764024"/>
            <a:ext cx="96469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08676" y="4841748"/>
            <a:ext cx="9646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1 纯猜测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32520" y="141732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1645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设计原则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05740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情感只选一个，避免“又正又负”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2770632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方面只标显式提及，不从情感反推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483864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质量标记独立，广告/隐私不混入情感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4197096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置信度用于复核路由，不参与金标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完整规则见 docs/annotation-guideline.md（v1.1）。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判定规则：结论优先，证据加权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819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广告 / 无关 / 无意义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无法判断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585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并打质量标记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5819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有明确结论句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按结论句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585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不要被前面的细节带偏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992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99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正负相当、态度平淡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64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中性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758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没有明显褒贬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3464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992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999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核心体验严重受损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364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负面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6758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否则判正面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4434840"/>
          <a:ext cx="6583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边界样本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味道不错，就是有点咸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轻微负向，总体肯定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呵呵，真是“神速”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负面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反讽按真实语义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还行。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超短但可判断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地址 + 手机号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无褒贬，另标隐私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726679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0B0B0B"/>
                </a:solidFill>
                <a:latin typeface="Microsoft YaHei"/>
              </a:rPr>
              <a:t>易错点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8463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混合情感、反讽、超短文本、隐私文本
是本轮 5 条分歧的全部来源。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规则写在标注文档里；模型标注的 system prompt 也使用同一套规则。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流程：试标校准，正式独立，分歧裁决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A78D6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试标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3 条边界样本
先暴露歧义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B6834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正式标注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3 个账号
overlap=3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BAF7A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100% 输出分歧
逐条对照规范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A78D6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裁决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写入 final_label
与 reason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控制点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独立性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6177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3 个账号互不看结果；试标不计入正式统计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12064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每条标注记录账号、时间、置信度与理由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可复算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62356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导出 JSON → 脚本重算 κ / α / F1 / 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试标 3 条 → 校准会 → 规范 v1.1 → 正式 21 条；正式集全部 3 路标注。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指标口径与判读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77724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回答的问题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本轮用途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一致率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同一批任务有多少比例标签相同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直观，但未校正随机一致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Cohen's κ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两个人之间，扣除随机一致后的一致性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各模型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Fleiss' κ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多人、任务完整时的一致性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三路整体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Krippendorff's α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允许缺失值的多标注员一致性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稳健性参考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F1 @ IoU≥0.5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图像框位置与类别是否匹配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图像框质量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CER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转写相对参考文本的字符错误率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语音修正前后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417320"/>
            <a:ext cx="3063240" cy="320040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读法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2606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κ / α &gt; 0.80 较好
0.67–0.80 需讨论规范
&lt; 0.67 应重写规范
阈值不是硬标准，
要结合任务难度和样本量。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本轮文本 κ=0.756、α=0.760，落在“需讨论规范”区间，不是“完美一致”。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本轮结果：文本中等一致，语音修正有效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文本三路一致性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84.1%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Fleiss κ 0.756 · α 0.760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4864" cy="1965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图像框数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6 张图 · 5 张正式集 · 单人完成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17320"/>
            <a:ext cx="54864" cy="1965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语音 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修正前 5.5% · 下降 80.2%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79476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文本指标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全体一致任务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16 / 21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分歧任务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5 条，全部裁决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方面集合 Jaccard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0.696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语音完全正确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7 / 9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12280" y="3794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读数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16052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文本一致性中等，主要风险在边界样本；
语音修正把 CER 从 5.5% 降到 1.1%；
图像只完成单人标注，暂不能算 IAA。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文本正式集 21 条、3 路标注共 63 条；图像为 6 张中的 5 张正式集。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人工与模型标注对比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42316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77589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3202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8645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79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1801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人工 ann1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810512"/>
            <a:ext cx="3518262" cy="237744"/>
          </a:xfrm>
          <a:prstGeom prst="roundRect">
            <a:avLst>
              <a:gd name="adj" fmla="val 1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4574" y="1801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76.2%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4574" y="20116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DeepSeek-V4-Flash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770632"/>
            <a:ext cx="4617720" cy="237744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1" y="27614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297180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2160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GLM-5.3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730752"/>
            <a:ext cx="4397828" cy="237744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140" y="37216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95.2%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140" y="39319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8989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342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785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准确率（以 21 条裁决金标为准）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两两一致性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772400" y="1828800"/>
          <a:ext cx="3657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标注员对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κ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DeepSeek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0.634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GLM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0.701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DeepSeek vs GLM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0.929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0" y="37947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模型之间高度一致，
与人只有中等一致。
差异主要来自规范执行条件，
不足以推断模型能力全面更强。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n=21；模型 prompt 含完整规范，人工只阅读文档；样本小，结论不外推。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错误分析：人工错误集中在边界样本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1234440"/>
                <a:gridCol w="1097280"/>
                <a:gridCol w="11430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文本（截断）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金标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人工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T04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加微信领红包…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无法判断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T05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还行。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T11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味道不错，但贵…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T20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分量一般，味道一般…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负面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T22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地址 + 手机号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GLM ✗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17320"/>
            <a:ext cx="3337560" cy="39319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6459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三个发现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13055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人工错误都落在边界样本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0632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09067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是“中性 / 无法判断”混淆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05079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GLM 唯一错误：隐私文本判正面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Microsoft YaHei"/>
              </a:rPr>
              <a:t>规范文本本身不足以保证一致性；边界样本需要试标、校准和低置信度复核。模型可用于预标注，最终标签仍需人工裁决。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金标来源：16 条全体一致 + 5 条按规范裁决；错误列表来自 model_comparison.csv。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置信度校准：高置信度不等于高正确率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73736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标注员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5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4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3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≤2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ann1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90.9% (11)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62.5% (8)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0% (1)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DeepSeek-V4-Flash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(12)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(9)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GLM-5.3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(10)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(9)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50% (2)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776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人工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置信度 5 仍有 1 条错；
置信度 4 只有 62.5%。
→ 不能只复核低置信度。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776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置信度几乎全在 4–5，
区分度不足，不能直接当
“自动通过”信号。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准确率 = 与裁决金标一致；括号内为样本数。样本小，只作流程演示。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改进：规范、流程与工具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广告 / 隐私 / 超短 / 混合四类写成判定句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“无”与其他标签互斥，避免多选污染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数字归一化写入评测口径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试标从 3 条扩到 8–10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置信度 ≤3 的样本 100% 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每轮输出 per-label κ，低于 0.6 单独校准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模型预标注，人工只审分歧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脚本自动生成分歧表与报告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记录 token / 延迟 / 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0B0B0B"/>
                </a:solidFill>
                <a:latin typeface="Microsoft YaHei"/>
              </a:rPr>
              <a:t>预期：边界样本错误从 5 条降到 ≤2 条；复核量集中到低置信度，而不是全量重标。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下一轮可用同一批任务复标，对比 κ 与人工准确率是否提升。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结论与局限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6479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规范可执行，但边界样本是主要风险：人工 5/21 偏离规范。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2491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模型间一致性高（κ 0.929），与人只有 0.63–0.70；可做预标注，不替代人工。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8503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语音修正有效（CER −80.2%）；图像需第二人复标才能算 IAA。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样本量小：正式集 21 条，κ 置信区间宽。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条件不对等：模型 prompt 含完整规范。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人工只有 1 人，图像无第二人复标。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语音为 TTS 合成 + 受控错误。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744200" cy="1828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复现：start_label_studio.bat + start_data_server.bat → scripts/analyze.py → scripts/compare_models.py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898781"/>
                </a:solidFill>
                <a:latin typeface="Microsoft YaHei"/>
              </a:rPr>
              <a:t>仓库：configs/ · data/ · docs/ · scripts/ · reports/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